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fce702d734cae" /><Relationship Type="http://schemas.openxmlformats.org/officeDocument/2006/relationships/extended-properties" Target="/docProps/app.xml" Id="R6c68e0ef10a04df9" /><Relationship Type="http://schemas.openxmlformats.org/officeDocument/2006/relationships/officeDocument" Target="/ppt/presentation.xml" Id="Re40af70ef6cb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01cd7baf204f89"/>
  </p:sldMasterIdLst>
  <p:notesMasterIdLst>
    <p:notesMasterId xmlns:r="http://schemas.openxmlformats.org/officeDocument/2006/relationships" r:id="Rce50f88d5ea64e0c"/>
  </p:notesMasterIdLst>
  <p:sldIdLst>
    <p:sldId xmlns:r="http://schemas.openxmlformats.org/officeDocument/2006/relationships" id="256" r:id="R8c62cf094baf4305"/>
    <p:sldId xmlns:r="http://schemas.openxmlformats.org/officeDocument/2006/relationships" id="257" r:id="Rb54de896adfa47da"/>
    <p:sldId xmlns:r="http://schemas.openxmlformats.org/officeDocument/2006/relationships" id="258" r:id="Rf506d3cc2fc14e80"/>
    <p:sldId xmlns:r="http://schemas.openxmlformats.org/officeDocument/2006/relationships" id="259" r:id="Rc5c92380aeda4417"/>
    <p:sldId xmlns:r="http://schemas.openxmlformats.org/officeDocument/2006/relationships" id="260" r:id="Rb80da3f15570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1137137df40d7" /><Relationship Type="http://schemas.openxmlformats.org/officeDocument/2006/relationships/slideMaster" Target="/ppt/slideMasters/slideMaster1.xml" Id="R8501cd7baf204f89" /><Relationship Type="http://schemas.openxmlformats.org/officeDocument/2006/relationships/notesMaster" Target="/ppt/notesMasters/notesMaster1.xml" Id="Rce50f88d5ea64e0c" /><Relationship Type="http://schemas.openxmlformats.org/officeDocument/2006/relationships/presProps" Target="/ppt/presProps.xml" Id="Rde0eca4562444036" /><Relationship Type="http://schemas.openxmlformats.org/officeDocument/2006/relationships/tableStyles" Target="/ppt/tableStyles.xml" Id="Rc1f61838dbef4f42" /><Relationship Type="http://schemas.openxmlformats.org/officeDocument/2006/relationships/slide" Target="/ppt/slides/slide1.xml" Id="R8c62cf094baf4305" /><Relationship Type="http://schemas.openxmlformats.org/officeDocument/2006/relationships/slide" Target="/ppt/slides/slide2.xml" Id="Rb54de896adfa47da" /><Relationship Type="http://schemas.openxmlformats.org/officeDocument/2006/relationships/slide" Target="/ppt/slides/slide3.xml" Id="Rf506d3cc2fc14e80" /><Relationship Type="http://schemas.openxmlformats.org/officeDocument/2006/relationships/slide" Target="/ppt/slides/slide4.xml" Id="Rc5c92380aeda4417" /><Relationship Type="http://schemas.openxmlformats.org/officeDocument/2006/relationships/slide" Target="/ppt/slides/slide5.xml" Id="Rb80da3f15570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44e661c17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4b57127ba49ee" /><Relationship Type="http://schemas.openxmlformats.org/officeDocument/2006/relationships/notesMaster" Target="/ppt/notesMasters/notesMaster1.xml" Id="R11376b98dbd0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52ff13bf664027" /><Relationship Type="http://schemas.openxmlformats.org/officeDocument/2006/relationships/notesMaster" Target="/ppt/notesMasters/notesMaster1.xml" Id="R9a83038b75a8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cf548f275a429f" /><Relationship Type="http://schemas.openxmlformats.org/officeDocument/2006/relationships/notesMaster" Target="/ppt/notesMasters/notesMaster1.xml" Id="Rf7e94f8c8041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2623a853242d0" /><Relationship Type="http://schemas.openxmlformats.org/officeDocument/2006/relationships/notesMaster" Target="/ppt/notesMasters/notesMaster1.xml" Id="R23cd83cdc342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0ed11f05d4ba8" /><Relationship Type="http://schemas.openxmlformats.org/officeDocument/2006/relationships/notesMaster" Target="/ppt/notesMasters/notesMaster1.xml" Id="R3382beeeef0c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b23e3b0f8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c7ea58c52f4ed3" /><Relationship Type="http://schemas.openxmlformats.org/officeDocument/2006/relationships/slideLayout" Target="/ppt/slideLayouts/slideLayout1.xml" Id="R87c701778551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701778551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129a8af44c83" /><Relationship Type="http://schemas.openxmlformats.org/officeDocument/2006/relationships/notesSlide" Target="/ppt/notesSlides/notesSlide1.xml" Id="Rc876357597dc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ba707ce84698" /><Relationship Type="http://schemas.openxmlformats.org/officeDocument/2006/relationships/chart" Target="/ppt/slides/charts/chart1.xml" Id="R790121a689474158" /><Relationship Type="http://schemas.openxmlformats.org/officeDocument/2006/relationships/notesSlide" Target="/ppt/notesSlides/notesSlide2.xml" Id="R1f9d6c417328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8353dd3164b6f" /><Relationship Type="http://schemas.openxmlformats.org/officeDocument/2006/relationships/chart" Target="/ppt/slides/charts/chart2.xml" Id="R243dd0261d7249a7" /><Relationship Type="http://schemas.openxmlformats.org/officeDocument/2006/relationships/chart" Target="/ppt/slides/charts/chart3.xml" Id="Racbdaed8840f4300" /><Relationship Type="http://schemas.openxmlformats.org/officeDocument/2006/relationships/chart" Target="/ppt/slides/charts/chart4.xml" Id="R87c3ec536964403a" /><Relationship Type="http://schemas.openxmlformats.org/officeDocument/2006/relationships/chart" Target="/ppt/slides/charts/chart5.xml" Id="Rc6662a2eece44e05" /><Relationship Type="http://schemas.openxmlformats.org/officeDocument/2006/relationships/chart" Target="/ppt/slides/charts/chart6.xml" Id="R852b26336a8d41b8" /><Relationship Type="http://schemas.openxmlformats.org/officeDocument/2006/relationships/notesSlide" Target="/ppt/notesSlides/notesSlide3.xml" Id="Rab05ab0be5c740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1dff44ac944a5" /><Relationship Type="http://schemas.openxmlformats.org/officeDocument/2006/relationships/chart" Target="/ppt/slides/charts/chart7.xml" Id="Ra50f625f3a3040d7" /><Relationship Type="http://schemas.openxmlformats.org/officeDocument/2006/relationships/notesSlide" Target="/ppt/notesSlides/notesSlide4.xml" Id="R3b486491cdf24e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ae0f0d14f4c0a" /><Relationship Type="http://schemas.openxmlformats.org/officeDocument/2006/relationships/notesSlide" Target="/ppt/notesSlides/notesSlide5.xml" Id="Rde2573bd88a1474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Lit>
              <c:ptCount val="2"/>
              <c:pt idx="0">
                <c:v>Known replacement</c:v>
              </c:pt>
              <c:pt idx="1">
                <c:v>Unknown</c:v>
              </c:pt>
            </c:strLit>
          </c:cat>
          <c:val>
            <c:numLit>
              <c:formatCode>General</c:formatCode>
              <c:ptCount val="2"/>
              <c:pt idx="0">
                <c:v>3115308</c:v>
              </c:pt>
              <c:pt idx="1">
                <c:v>21589524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Lit>
              <c:ptCount val="2"/>
              <c:pt idx="0">
                <c:v>Unknown</c:v>
              </c:pt>
              <c:pt idx="1">
                <c:v>Known Replacement</c:v>
              </c:pt>
            </c:strLit>
          </c:cat>
          <c:val>
            <c:numLit>
              <c:formatCode>General</c:formatCode>
              <c:ptCount val="2"/>
              <c:pt idx="0">
                <c:v>529706</c:v>
              </c:pt>
              <c:pt idx="1">
                <c:v>672210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Lit>
              <c:ptCount val="2"/>
              <c:pt idx="0">
                <c:v>Unknown</c:v>
              </c:pt>
              <c:pt idx="1">
                <c:v>Known Replacement</c:v>
              </c:pt>
            </c:strLit>
          </c:cat>
          <c:val>
            <c:numLit>
              <c:formatCode>General</c:formatCode>
              <c:ptCount val="2"/>
              <c:pt idx="0">
                <c:v>2178881</c:v>
              </c:pt>
              <c:pt idx="1">
                <c:v>114501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Lit>
              <c:ptCount val="2"/>
              <c:pt idx="0">
                <c:v>Unknown</c:v>
              </c:pt>
              <c:pt idx="1">
                <c:v>Known Replacement</c:v>
              </c:pt>
            </c:strLit>
          </c:cat>
          <c:val>
            <c:numLit>
              <c:formatCode>General</c:formatCode>
              <c:ptCount val="2"/>
              <c:pt idx="0">
                <c:v>2055512</c:v>
              </c:pt>
              <c:pt idx="1">
                <c:v>113717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Lit>
              <c:ptCount val="2"/>
              <c:pt idx="0">
                <c:v>Unknown</c:v>
              </c:pt>
              <c:pt idx="1">
                <c:v>Known Replacement</c:v>
              </c:pt>
            </c:strLit>
          </c:cat>
          <c:val>
            <c:numLit>
              <c:formatCode>General</c:formatCode>
              <c:ptCount val="2"/>
              <c:pt idx="0">
                <c:v>878788</c:v>
              </c:pt>
              <c:pt idx="1">
                <c:v>321502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Lit>
              <c:ptCount val="2"/>
              <c:pt idx="0">
                <c:v>Unknown</c:v>
              </c:pt>
              <c:pt idx="1">
                <c:v>Known Replacement</c:v>
              </c:pt>
            </c:strLit>
          </c:cat>
          <c:val>
            <c:numLit>
              <c:formatCode>General</c:formatCode>
              <c:ptCount val="2"/>
              <c:pt idx="0">
                <c:v>951163</c:v>
              </c:pt>
              <c:pt idx="1">
                <c:v>289055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Lit>
              <c:formatCode>General</c:formatCode>
              <c:ptCount val="46"/>
              <c:pt idx="0">
                <c:v>69230</c:v>
              </c:pt>
              <c:pt idx="1">
                <c:v>16</c:v>
              </c:pt>
              <c:pt idx="2">
                <c:v>2812</c:v>
              </c:pt>
              <c:pt idx="3">
                <c:v>11569</c:v>
              </c:pt>
              <c:pt idx="4">
                <c:v>12839</c:v>
              </c:pt>
              <c:pt idx="5">
                <c:v>21412</c:v>
              </c:pt>
              <c:pt idx="6">
                <c:v>13171</c:v>
              </c:pt>
              <c:pt idx="7">
                <c:v>6292</c:v>
              </c:pt>
              <c:pt idx="8">
                <c:v>17155</c:v>
              </c:pt>
              <c:pt idx="9">
                <c:v>44559</c:v>
              </c:pt>
              <c:pt idx="10">
                <c:v>50342</c:v>
              </c:pt>
              <c:pt idx="11">
                <c:v>490</c:v>
              </c:pt>
              <c:pt idx="12">
                <c:v>2769</c:v>
              </c:pt>
              <c:pt idx="13">
                <c:v>190947</c:v>
              </c:pt>
              <c:pt idx="14">
                <c:v>67950</c:v>
              </c:pt>
              <c:pt idx="15">
                <c:v>26807</c:v>
              </c:pt>
              <c:pt idx="16">
                <c:v>28036</c:v>
              </c:pt>
              <c:pt idx="17">
                <c:v>20558</c:v>
              </c:pt>
              <c:pt idx="18">
                <c:v>1599</c:v>
              </c:pt>
              <c:pt idx="19">
                <c:v>3136</c:v>
              </c:pt>
              <c:pt idx="20">
                <c:v>41737</c:v>
              </c:pt>
              <c:pt idx="21">
                <c:v>255524</c:v>
              </c:pt>
              <c:pt idx="22">
                <c:v>87183</c:v>
              </c:pt>
              <c:pt idx="23">
                <c:v>23670</c:v>
              </c:pt>
              <c:pt idx="24">
                <c:v>70968</c:v>
              </c:pt>
              <c:pt idx="25">
                <c:v>3220</c:v>
              </c:pt>
              <c:pt idx="26">
                <c:v>48712</c:v>
              </c:pt>
              <c:pt idx="27">
                <c:v>1091</c:v>
              </c:pt>
              <c:pt idx="28">
                <c:v>260</c:v>
              </c:pt>
              <c:pt idx="29">
                <c:v>135360</c:v>
              </c:pt>
              <c:pt idx="30">
                <c:v>331</c:v>
              </c:pt>
              <c:pt idx="31">
                <c:v>12934</c:v>
              </c:pt>
              <c:pt idx="32">
                <c:v>5658</c:v>
              </c:pt>
              <c:pt idx="33">
                <c:v>14244</c:v>
              </c:pt>
              <c:pt idx="34">
                <c:v>0</c:v>
              </c:pt>
              <c:pt idx="35">
                <c:v>31489</c:v>
              </c:pt>
              <c:pt idx="36">
                <c:v>19245</c:v>
              </c:pt>
              <c:pt idx="37">
                <c:v>2697</c:v>
              </c:pt>
              <c:pt idx="38">
                <c:v>64134</c:v>
              </c:pt>
              <c:pt idx="39">
                <c:v>898</c:v>
              </c:pt>
              <c:pt idx="40">
                <c:v>1910</c:v>
              </c:pt>
              <c:pt idx="41">
                <c:v>13819</c:v>
              </c:pt>
              <c:pt idx="42">
                <c:v>6922</c:v>
              </c:pt>
              <c:pt idx="43">
                <c:v>8398</c:v>
              </c:pt>
              <c:pt idx="44">
                <c:v>158815</c:v>
              </c:pt>
              <c:pt idx="45">
                <c:v>3415</c:v>
              </c:pt>
            </c:numLit>
          </c:xVal>
          <c:yVal>
            <c:numLit>
              <c:formatCode>0.0,,"M"</c:formatCode>
              <c:ptCount val="46"/>
              <c:pt idx="0">
                <c:v>192502</c:v>
              </c:pt>
              <c:pt idx="1">
                <c:v>25945</c:v>
              </c:pt>
              <c:pt idx="2">
                <c:v>704381</c:v>
              </c:pt>
              <c:pt idx="3">
                <c:v>477926</c:v>
              </c:pt>
              <c:pt idx="4">
                <c:v>599523</c:v>
              </c:pt>
              <c:pt idx="5">
                <c:v>141284</c:v>
              </c:pt>
              <c:pt idx="6">
                <c:v>281092</c:v>
              </c:pt>
              <c:pt idx="7">
                <c:v>113360</c:v>
              </c:pt>
              <c:pt idx="8">
                <c:v>13427</c:v>
              </c:pt>
              <c:pt idx="9">
                <c:v>1665928</c:v>
              </c:pt>
              <c:pt idx="10">
                <c:v>630117</c:v>
              </c:pt>
              <c:pt idx="11">
                <c:v>34235</c:v>
              </c:pt>
              <c:pt idx="12">
                <c:v>96673</c:v>
              </c:pt>
              <c:pt idx="13">
                <c:v>545507</c:v>
              </c:pt>
              <c:pt idx="14">
                <c:v>180539</c:v>
              </c:pt>
              <c:pt idx="15">
                <c:v>106076</c:v>
              </c:pt>
              <c:pt idx="16">
                <c:v>424074</c:v>
              </c:pt>
              <c:pt idx="17">
                <c:v>719101</c:v>
              </c:pt>
              <c:pt idx="18">
                <c:v>41662</c:v>
              </c:pt>
              <c:pt idx="19">
                <c:v>563397</c:v>
              </c:pt>
              <c:pt idx="20">
                <c:v>349967</c:v>
              </c:pt>
              <c:pt idx="21">
                <c:v>301508</c:v>
              </c:pt>
              <c:pt idx="22">
                <c:v>209216</c:v>
              </c:pt>
              <c:pt idx="23">
                <c:v>161821</c:v>
              </c:pt>
              <c:pt idx="24">
                <c:v>895013</c:v>
              </c:pt>
              <c:pt idx="25">
                <c:v>65847</c:v>
              </c:pt>
              <c:pt idx="26">
                <c:v>88447</c:v>
              </c:pt>
              <c:pt idx="27">
                <c:v>128987</c:v>
              </c:pt>
              <c:pt idx="28">
                <c:v>3041</c:v>
              </c:pt>
              <c:pt idx="29">
                <c:v>860857</c:v>
              </c:pt>
              <c:pt idx="30">
                <c:v>327310</c:v>
              </c:pt>
              <c:pt idx="31">
                <c:v>798785</c:v>
              </c:pt>
              <c:pt idx="32">
                <c:v>97950</c:v>
              </c:pt>
              <c:pt idx="33">
                <c:v>623329</c:v>
              </c:pt>
              <c:pt idx="34">
                <c:v>27093</c:v>
              </c:pt>
              <c:pt idx="35">
                <c:v>55695</c:v>
              </c:pt>
              <c:pt idx="36">
                <c:v>348969</c:v>
              </c:pt>
              <c:pt idx="37">
                <c:v>96462</c:v>
              </c:pt>
              <c:pt idx="38">
                <c:v>621686</c:v>
              </c:pt>
              <c:pt idx="39">
                <c:v>95149</c:v>
              </c:pt>
              <c:pt idx="40">
                <c:v>36284</c:v>
              </c:pt>
              <c:pt idx="41">
                <c:v>529417</c:v>
              </c:pt>
              <c:pt idx="42">
                <c:v>220180</c:v>
              </c:pt>
              <c:pt idx="43">
                <c:v>232026</c:v>
              </c:pt>
              <c:pt idx="44">
                <c:v>182814</c:v>
              </c:pt>
              <c:pt idx="45">
                <c:v>80872</c:v>
              </c:pt>
            </c:numLit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Lit>
              <c:formatCode>General</c:formatCode>
              <c:ptCount val="1"/>
              <c:pt idx="0">
                <c:v>672210</c:v>
              </c:pt>
            </c:numLit>
          </c:xVal>
          <c:yVal>
            <c:numLit>
              <c:formatCode>0.0,,"M"</c:formatCode>
              <c:ptCount val="1"/>
              <c:pt idx="0">
                <c:v>529706</c:v>
              </c:pt>
            </c:numLit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Lit>
              <c:formatCode>General</c:formatCode>
              <c:ptCount val="2"/>
              <c:pt idx="0">
                <c:v>114501</c:v>
              </c:pt>
              <c:pt idx="1">
                <c:v>113717</c:v>
              </c:pt>
            </c:numLit>
          </c:xVal>
          <c:yVal>
            <c:numLit>
              <c:formatCode>0.0,,"M"</c:formatCode>
              <c:ptCount val="2"/>
              <c:pt idx="0">
                <c:v>2178881</c:v>
              </c:pt>
              <c:pt idx="1">
                <c:v>2055512</c:v>
              </c:pt>
            </c:numLit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A43"/>
              </a:solidFill>
            </c:spPr>
          </c:marker>
          <c:xVal>
            <c:numLit>
              <c:formatCode>General</c:formatCode>
              <c:ptCount val="2"/>
              <c:pt idx="0">
                <c:v>321502</c:v>
              </c:pt>
              <c:pt idx="1">
                <c:v>289055</c:v>
              </c:pt>
            </c:numLit>
          </c:xVal>
          <c:yVal>
            <c:numLit>
              <c:formatCode>0.0,,"M"</c:formatCode>
              <c:ptCount val="2"/>
              <c:pt idx="0">
                <c:v>878788</c:v>
              </c:pt>
              <c:pt idx="1">
                <c:v>951163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Arial"/>
                    <a:ea typeface="Arial"/>
                    <a:cs typeface="Arial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C004-93B9-446E-8DB9-822B5A3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Lead service line need is not one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1D9F-0282-4EB1-AE28-C08D465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0824-735B-4E82-A408-6513E3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D0B8-F281-4F1A-805B-074C1B5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DFF-AC19-4C98-B027-B9EB225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Where are infrastructure needs greatest 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7B1E-D21B-420F-9964-B5F6C38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1992-D755-4CE4-885D-98F212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FBB-3317-4B82-8959-6BA6DAA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8813-E328-4F42-856B-326827E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2743-A033-4CAF-92FF-52B3D4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9E0B-0A85-4B35-B5A8-4A64EE8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81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A97-1F17-4906-AF87-CAC0538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0C0C-AFB8-4276-AC14-1B5D0F3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Scope: 43,993 complete-report Community Water Systems across 50 states and DC</a:t>
            </a:r>
          </a:p>
        </p:txBody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B21B-55D6-4ADA-9569-A6630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 of the reported national workload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 still unresolved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72301-33D6-4DA6-B35B-1769B9D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FB4-5C48-48CE-B3FE-78B567E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522D-4C2D-4BB7-A8BF-E04C180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31FE-19A1-42BE-9FE7-D48E920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7FF-449C-44AF-A179-B08CA7C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21.59M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90575" y="3076575"/>
          <a:ext xmlns:a="http://schemas.openxmlformats.org/drawingml/2006/main" cx="70485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0121a68947415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9A62A-7F78-4147-A632-99C44AB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36989-8D66-4AD5-AD9A-067E567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981D-2817-48C1-9D8B-07B353A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57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FA65-F976-4426-A511-1B6B79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52675"/>
            <a:ext cx="276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C4E1-0B6A-453E-A4D2-F1C767E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FE94-A868-4E12-9EF9-A37AB91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05375"/>
            <a:ext cx="2647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lines require identification.</a:t>
            </a:r>
          </a:p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CC6-A605-4BB3-9DD5-B9BE051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Counts reflect the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B684E-6427-4EB0-AC56-3417A3A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national challenge looks very different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state to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75B0-EC2F-4423-BF8E-6228DB0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0268-E4FA-4584-BB07-81F81D0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99D7-BDAB-42CE-B31E-2F62890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28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61AA-15C1-4028-9079-4C444AB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2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EB4-3A97-4663-9A51-6616B7F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B6FA-3169-40EE-8DF6-CEA9C15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3dd0261d7249a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967DF-7103-4CCE-A837-4F892B8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64E0-70F2-4789-80A9-A495C4D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CCC1-B82A-4BBA-98B5-13B5283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Largest already-classified replacement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5FF75-9941-4634-9ACA-F74B740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2FAC-9161-4C93-B104-0C78644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Identification-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2659-5824-4AF3-8C61-CB3F5F1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0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4438650" y="33528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bdaed8840f4300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DBCE-6B75-429C-B933-511EE6E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50A3-A38F-4774-AB4F-2F9D37D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480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77A8-5520-4C70-9D29-A863F4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438650" y="40100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c3ec536964403a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243D4-C164-499B-855D-C0B5CAA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195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046CD-9DA3-42EF-BE10-D8632E6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900F-41EF-4ACC-9965-5381CBC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767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Much larger unresolved identification inventories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15DF0-1AE5-4171-BD5D-45A946C4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35F43-D08D-495F-9537-407E1E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Substantial work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25B7-FAFB-49F5-A017-7AC13D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29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438650" y="51816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62a2eece44e05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47E7C-403E-4ED5-8EE9-1C0B719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911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E2BA-2A24-4596-932C-17E42F3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768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4F37-B0DB-485C-AB2B-0F4616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10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4438650" y="57626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2b26336a8d41b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EBAD-D889-407B-8A8A-2FBA642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72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60DE4-1711-4825-804D-13F5BE0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BB45A-0444-4EE7-9C0A-0D2902D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0f625f3a3040d7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697E-C753-4C1D-ABD8-AC41113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single ranking would hide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each state’s workload sits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5B693-A117-4A30-8B33-D5E77ED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2D90-359B-46D6-9767-A2D11F5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E573-E73C-4656-9F03-D15C185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2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557-370C-4B0D-A0BC-47F6582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A9BB-6752-45D4-B011-E44396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C6F2-2F7E-4AA7-8E7E-D7089EE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28CD-E9BD-479D-A626-671A7F4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43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1606F-C4AB-462E-86B0-4F727D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73D7D-86FD-423C-9034-B9144A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05025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D27F-DCFA-43C6-BCDB-F31CAA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9BF67-5B63-4176-95D0-8837F93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9575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986-BC5A-4280-B733-8EB3CD7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113AD-19D5-4C8B-BBD8-0C22AFA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BA9DA-C3CB-4722-A4FE-F8F170E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size changes who stands out,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885-0DCB-4A9A-B5B9-9FD982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E1F6-60C9-46AE-8E8A-307278A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000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8D3F-2856-4C67-A4A8-0F911E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335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51E7-9E73-44F4-AA9A-ED63D0D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F270-2E9F-4844-9CC7-4306F4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1E5E-28E5-4C8B-8D38-34E2C8D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D759-8102-4F90-AA26-5F16C31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D65C-FE9A-4C99-974A-F24F133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28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4C5-116C-457C-BF30-26A0869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084D-53B9-4660-B733-0D4FFB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4C45-0281-4A04-9F75-D28297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087D-343E-4A2B-B851-A0B87C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67275"/>
            <a:ext cx="4105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D787-C4A8-4A6F-8C9B-5C28AB0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335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599F-AC4F-435E-9DDB-706D872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A96A-0FDA-485A-9019-58C3D9E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724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61BB9-59DE-49CC-B30A-D026F33C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08425-E73E-493B-9635-4E7997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05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ADF2F-362C-4591-B359-2156787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893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do state and utility identification and replacement needs align with available funding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EAD9-5A32-41C8-8794-C43CD7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96025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74F69-F94F-4228-8EBE-24F1C1A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34150"/>
            <a:ext cx="1071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C779B-14AC-4A0F-89FD-C5A6FF5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2026-09-18T03:52:30.1270000Z</dcterms:created>
  <dcterms:modified xsi:type="dcterms:W3CDTF">2026-09-18T03:52:30.1270000Z</dcterms:modified>
</coreProperties>
</file>